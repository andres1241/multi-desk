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Codec Pro Bold" charset="1" panose="00000600000000000000"/>
      <p:regular r:id="rId14"/>
    </p:embeddedFont>
    <p:embeddedFont>
      <p:font typeface="Open Sans" charset="1" panose="020B0606030504020204"/>
      <p:regular r:id="rId15"/>
    </p:embeddedFont>
    <p:embeddedFont>
      <p:font typeface="Codec Pro Ultra-Bold" charset="1" panose="00000700000000000000"/>
      <p:regular r:id="rId16"/>
    </p:embeddedFont>
    <p:embeddedFont>
      <p:font typeface="Codec Pro" charset="1" panose="00000500000000000000"/>
      <p:regular r:id="rId17"/>
    </p:embeddedFont>
    <p:embeddedFont>
      <p:font typeface="Quicksand Bold" charset="1" panose="00000000000000000000"/>
      <p:regular r:id="rId18"/>
    </p:embeddedFont>
    <p:embeddedFont>
      <p:font typeface="Open Sans Bold" charset="1" panose="020B0806030504020204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jpeg" Type="http://schemas.openxmlformats.org/officeDocument/2006/relationships/image"/><Relationship Id="rId11" Target="../media/image13.jpeg" Type="http://schemas.openxmlformats.org/officeDocument/2006/relationships/image"/><Relationship Id="rId12" Target="../media/image14.png" Type="http://schemas.openxmlformats.org/officeDocument/2006/relationships/image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Relationship Id="rId8" Target="../media/image10.jpeg" Type="http://schemas.openxmlformats.org/officeDocument/2006/relationships/image"/><Relationship Id="rId9" Target="../media/image1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jpeg" Type="http://schemas.openxmlformats.org/officeDocument/2006/relationships/image"/><Relationship Id="rId3" Target="../media/image16.png" Type="http://schemas.openxmlformats.org/officeDocument/2006/relationships/image"/><Relationship Id="rId4" Target="../media/image17.svg" Type="http://schemas.openxmlformats.org/officeDocument/2006/relationships/image"/><Relationship Id="rId5" Target="../media/image18.png" Type="http://schemas.openxmlformats.org/officeDocument/2006/relationships/image"/><Relationship Id="rId6" Target="../media/image19.png" Type="http://schemas.openxmlformats.org/officeDocument/2006/relationships/image"/><Relationship Id="rId7" Target="../media/image20.png" Type="http://schemas.openxmlformats.org/officeDocument/2006/relationships/image"/><Relationship Id="rId8" Target="../media/image2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jpeg" Type="http://schemas.openxmlformats.org/officeDocument/2006/relationships/image"/><Relationship Id="rId3" Target="../media/image16.png" Type="http://schemas.openxmlformats.org/officeDocument/2006/relationships/image"/><Relationship Id="rId4" Target="../media/image17.svg" Type="http://schemas.openxmlformats.org/officeDocument/2006/relationships/image"/><Relationship Id="rId5" Target="../media/image18.png" Type="http://schemas.openxmlformats.org/officeDocument/2006/relationships/image"/><Relationship Id="rId6" Target="../media/image22.png" Type="http://schemas.openxmlformats.org/officeDocument/2006/relationships/image"/><Relationship Id="rId7" Target="../media/image23.png" Type="http://schemas.openxmlformats.org/officeDocument/2006/relationships/image"/><Relationship Id="rId8" Target="../media/image21.png" Type="http://schemas.openxmlformats.org/officeDocument/2006/relationships/image"/><Relationship Id="rId9" Target="../media/image2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9.svg" Type="http://schemas.openxmlformats.org/officeDocument/2006/relationships/image"/><Relationship Id="rId11" Target="../media/image30.png" Type="http://schemas.openxmlformats.org/officeDocument/2006/relationships/image"/><Relationship Id="rId2" Target="../media/image15.jpeg" Type="http://schemas.openxmlformats.org/officeDocument/2006/relationships/image"/><Relationship Id="rId3" Target="../media/image16.png" Type="http://schemas.openxmlformats.org/officeDocument/2006/relationships/image"/><Relationship Id="rId4" Target="../media/image17.svg" Type="http://schemas.openxmlformats.org/officeDocument/2006/relationships/image"/><Relationship Id="rId5" Target="../media/image18.png" Type="http://schemas.openxmlformats.org/officeDocument/2006/relationships/image"/><Relationship Id="rId6" Target="../media/image25.png" Type="http://schemas.openxmlformats.org/officeDocument/2006/relationships/image"/><Relationship Id="rId7" Target="../media/image26.png" Type="http://schemas.openxmlformats.org/officeDocument/2006/relationships/image"/><Relationship Id="rId8" Target="../media/image27.png" Type="http://schemas.openxmlformats.org/officeDocument/2006/relationships/image"/><Relationship Id="rId9" Target="../media/image2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jpeg" Type="http://schemas.openxmlformats.org/officeDocument/2006/relationships/image"/><Relationship Id="rId3" Target="../media/image16.png" Type="http://schemas.openxmlformats.org/officeDocument/2006/relationships/image"/><Relationship Id="rId4" Target="../media/image17.svg" Type="http://schemas.openxmlformats.org/officeDocument/2006/relationships/image"/><Relationship Id="rId5" Target="../media/image31.png" Type="http://schemas.openxmlformats.org/officeDocument/2006/relationships/image"/><Relationship Id="rId6" Target="../media/image32.png" Type="http://schemas.openxmlformats.org/officeDocument/2006/relationships/image"/><Relationship Id="rId7" Target="../media/image2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jpeg" Type="http://schemas.openxmlformats.org/officeDocument/2006/relationships/image"/><Relationship Id="rId3" Target="../media/image16.png" Type="http://schemas.openxmlformats.org/officeDocument/2006/relationships/image"/><Relationship Id="rId4" Target="../media/image17.svg" Type="http://schemas.openxmlformats.org/officeDocument/2006/relationships/image"/><Relationship Id="rId5" Target="../media/image18.png" Type="http://schemas.openxmlformats.org/officeDocument/2006/relationships/image"/><Relationship Id="rId6" Target="../media/image3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4.png" Type="http://schemas.openxmlformats.org/officeDocument/2006/relationships/image"/><Relationship Id="rId5" Target="../media/image35.png" Type="http://schemas.openxmlformats.org/officeDocument/2006/relationships/image"/><Relationship Id="rId6" Target="../media/image3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5C69F5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103384" y="-1675084"/>
            <a:ext cx="6000534" cy="3567590"/>
          </a:xfrm>
          <a:custGeom>
            <a:avLst/>
            <a:gdLst/>
            <a:ahLst/>
            <a:cxnLst/>
            <a:rect r="r" b="b" t="t" l="l"/>
            <a:pathLst>
              <a:path h="3567590" w="6000534">
                <a:moveTo>
                  <a:pt x="0" y="0"/>
                </a:moveTo>
                <a:lnTo>
                  <a:pt x="6000534" y="0"/>
                </a:lnTo>
                <a:lnTo>
                  <a:pt x="6000534" y="3567591"/>
                </a:lnTo>
                <a:lnTo>
                  <a:pt x="0" y="35675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12542441" y="8591206"/>
            <a:ext cx="6000534" cy="3567590"/>
          </a:xfrm>
          <a:custGeom>
            <a:avLst/>
            <a:gdLst/>
            <a:ahLst/>
            <a:cxnLst/>
            <a:rect r="r" b="b" t="t" l="l"/>
            <a:pathLst>
              <a:path h="3567590" w="6000534">
                <a:moveTo>
                  <a:pt x="0" y="0"/>
                </a:moveTo>
                <a:lnTo>
                  <a:pt x="6000534" y="0"/>
                </a:lnTo>
                <a:lnTo>
                  <a:pt x="6000534" y="3567590"/>
                </a:lnTo>
                <a:lnTo>
                  <a:pt x="0" y="35675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741048" y="537816"/>
            <a:ext cx="6000534" cy="3567590"/>
          </a:xfrm>
          <a:custGeom>
            <a:avLst/>
            <a:gdLst/>
            <a:ahLst/>
            <a:cxnLst/>
            <a:rect r="r" b="b" t="t" l="l"/>
            <a:pathLst>
              <a:path h="3567590" w="6000534">
                <a:moveTo>
                  <a:pt x="0" y="0"/>
                </a:moveTo>
                <a:lnTo>
                  <a:pt x="6000534" y="0"/>
                </a:lnTo>
                <a:lnTo>
                  <a:pt x="6000534" y="3567590"/>
                </a:lnTo>
                <a:lnTo>
                  <a:pt x="0" y="35675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14180105" y="6181594"/>
            <a:ext cx="6000534" cy="3567590"/>
          </a:xfrm>
          <a:custGeom>
            <a:avLst/>
            <a:gdLst/>
            <a:ahLst/>
            <a:cxnLst/>
            <a:rect r="r" b="b" t="t" l="l"/>
            <a:pathLst>
              <a:path h="3567590" w="6000534">
                <a:moveTo>
                  <a:pt x="0" y="0"/>
                </a:moveTo>
                <a:lnTo>
                  <a:pt x="6000534" y="0"/>
                </a:lnTo>
                <a:lnTo>
                  <a:pt x="6000534" y="3567590"/>
                </a:lnTo>
                <a:lnTo>
                  <a:pt x="0" y="35675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2904533" y="-494599"/>
            <a:ext cx="5081972" cy="3021463"/>
          </a:xfrm>
          <a:custGeom>
            <a:avLst/>
            <a:gdLst/>
            <a:ahLst/>
            <a:cxnLst/>
            <a:rect r="r" b="b" t="t" l="l"/>
            <a:pathLst>
              <a:path h="3021463" w="5081972">
                <a:moveTo>
                  <a:pt x="0" y="0"/>
                </a:moveTo>
                <a:lnTo>
                  <a:pt x="5081972" y="0"/>
                </a:lnTo>
                <a:lnTo>
                  <a:pt x="5081972" y="3021464"/>
                </a:lnTo>
                <a:lnTo>
                  <a:pt x="0" y="30214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3275713" y="4625635"/>
            <a:ext cx="5081972" cy="3021463"/>
          </a:xfrm>
          <a:custGeom>
            <a:avLst/>
            <a:gdLst/>
            <a:ahLst/>
            <a:cxnLst/>
            <a:rect r="r" b="b" t="t" l="l"/>
            <a:pathLst>
              <a:path h="3021463" w="5081972">
                <a:moveTo>
                  <a:pt x="0" y="0"/>
                </a:moveTo>
                <a:lnTo>
                  <a:pt x="5081972" y="0"/>
                </a:lnTo>
                <a:lnTo>
                  <a:pt x="5081972" y="3021463"/>
                </a:lnTo>
                <a:lnTo>
                  <a:pt x="0" y="30214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10800000">
            <a:off x="14960748" y="7760135"/>
            <a:ext cx="5081972" cy="3021463"/>
          </a:xfrm>
          <a:custGeom>
            <a:avLst/>
            <a:gdLst/>
            <a:ahLst/>
            <a:cxnLst/>
            <a:rect r="r" b="b" t="t" l="l"/>
            <a:pathLst>
              <a:path h="3021463" w="5081972">
                <a:moveTo>
                  <a:pt x="0" y="0"/>
                </a:moveTo>
                <a:lnTo>
                  <a:pt x="5081972" y="0"/>
                </a:lnTo>
                <a:lnTo>
                  <a:pt x="5081972" y="3021464"/>
                </a:lnTo>
                <a:lnTo>
                  <a:pt x="0" y="30214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0800000">
            <a:off x="16481741" y="2654155"/>
            <a:ext cx="5081972" cy="3021463"/>
          </a:xfrm>
          <a:custGeom>
            <a:avLst/>
            <a:gdLst/>
            <a:ahLst/>
            <a:cxnLst/>
            <a:rect r="r" b="b" t="t" l="l"/>
            <a:pathLst>
              <a:path h="3021463" w="5081972">
                <a:moveTo>
                  <a:pt x="0" y="0"/>
                </a:moveTo>
                <a:lnTo>
                  <a:pt x="5081972" y="0"/>
                </a:lnTo>
                <a:lnTo>
                  <a:pt x="5081972" y="3021464"/>
                </a:lnTo>
                <a:lnTo>
                  <a:pt x="0" y="30214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5531401" y="7647098"/>
            <a:ext cx="7225199" cy="700433"/>
            <a:chOff x="0" y="0"/>
            <a:chExt cx="1356880" cy="1315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56880" cy="131540"/>
            </a:xfrm>
            <a:custGeom>
              <a:avLst/>
              <a:gdLst/>
              <a:ahLst/>
              <a:cxnLst/>
              <a:rect r="r" b="b" t="t" l="l"/>
              <a:pathLst>
                <a:path h="131540" w="1356880">
                  <a:moveTo>
                    <a:pt x="65770" y="0"/>
                  </a:moveTo>
                  <a:lnTo>
                    <a:pt x="1291110" y="0"/>
                  </a:lnTo>
                  <a:cubicBezTo>
                    <a:pt x="1327434" y="0"/>
                    <a:pt x="1356880" y="29446"/>
                    <a:pt x="1356880" y="65770"/>
                  </a:cubicBezTo>
                  <a:lnTo>
                    <a:pt x="1356880" y="65770"/>
                  </a:lnTo>
                  <a:cubicBezTo>
                    <a:pt x="1356880" y="83213"/>
                    <a:pt x="1349951" y="99942"/>
                    <a:pt x="1337617" y="112276"/>
                  </a:cubicBezTo>
                  <a:cubicBezTo>
                    <a:pt x="1325283" y="124611"/>
                    <a:pt x="1308554" y="131540"/>
                    <a:pt x="1291110" y="131540"/>
                  </a:cubicBezTo>
                  <a:lnTo>
                    <a:pt x="65770" y="131540"/>
                  </a:lnTo>
                  <a:cubicBezTo>
                    <a:pt x="29446" y="131540"/>
                    <a:pt x="0" y="102094"/>
                    <a:pt x="0" y="65770"/>
                  </a:cubicBezTo>
                  <a:lnTo>
                    <a:pt x="0" y="65770"/>
                  </a:lnTo>
                  <a:cubicBezTo>
                    <a:pt x="0" y="29446"/>
                    <a:pt x="29446" y="0"/>
                    <a:pt x="65770" y="0"/>
                  </a:cubicBezTo>
                  <a:close/>
                </a:path>
              </a:pathLst>
            </a:custGeom>
            <a:solidFill>
              <a:srgbClr val="5666F8"/>
            </a:solidFill>
            <a:ln cap="rnd">
              <a:noFill/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1356880" cy="141065"/>
            </a:xfrm>
            <a:prstGeom prst="rect">
              <a:avLst/>
            </a:prstGeom>
          </p:spPr>
          <p:txBody>
            <a:bodyPr anchor="ctr" rtlCol="false" tIns="31918" lIns="31918" bIns="31918" rIns="31918"/>
            <a:lstStyle/>
            <a:p>
              <a:pPr algn="ctr">
                <a:lnSpc>
                  <a:spcPts val="1381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7613950" y="1825372"/>
            <a:ext cx="955143" cy="1002536"/>
          </a:xfrm>
          <a:custGeom>
            <a:avLst/>
            <a:gdLst/>
            <a:ahLst/>
            <a:cxnLst/>
            <a:rect r="r" b="b" t="t" l="l"/>
            <a:pathLst>
              <a:path h="1002536" w="955143">
                <a:moveTo>
                  <a:pt x="0" y="0"/>
                </a:moveTo>
                <a:lnTo>
                  <a:pt x="955143" y="0"/>
                </a:lnTo>
                <a:lnTo>
                  <a:pt x="955143" y="1002536"/>
                </a:lnTo>
                <a:lnTo>
                  <a:pt x="0" y="10025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5704998" y="6405440"/>
            <a:ext cx="2583002" cy="3881560"/>
          </a:xfrm>
          <a:custGeom>
            <a:avLst/>
            <a:gdLst/>
            <a:ahLst/>
            <a:cxnLst/>
            <a:rect r="r" b="b" t="t" l="l"/>
            <a:pathLst>
              <a:path h="3881560" w="2583002">
                <a:moveTo>
                  <a:pt x="0" y="0"/>
                </a:moveTo>
                <a:lnTo>
                  <a:pt x="2583002" y="0"/>
                </a:lnTo>
                <a:lnTo>
                  <a:pt x="2583002" y="3881560"/>
                </a:lnTo>
                <a:lnTo>
                  <a:pt x="0" y="388156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000"/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4517383" y="3390650"/>
            <a:ext cx="9253234" cy="3015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810"/>
              </a:lnSpc>
            </a:pPr>
            <a:r>
              <a:rPr lang="en-US" sz="11500" b="true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Proyecto</a:t>
            </a:r>
          </a:p>
          <a:p>
            <a:pPr algn="ctr">
              <a:lnSpc>
                <a:spcPts val="10810"/>
              </a:lnSpc>
            </a:pPr>
            <a:r>
              <a:rPr lang="en-US" sz="11500" b="true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Multi-Desk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521477" y="7803979"/>
            <a:ext cx="5245047" cy="405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0"/>
              </a:lnSpc>
            </a:pPr>
            <a:r>
              <a:rPr lang="en-US" b="true" sz="2787" spc="78">
                <a:solidFill>
                  <a:srgbClr val="E4E5EC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AVANCES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144000" y="2331136"/>
            <a:ext cx="799006" cy="516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9"/>
              </a:lnSpc>
            </a:pPr>
            <a:r>
              <a:rPr lang="en-US" b="true" sz="3489" spc="237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L.P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861563" y="6702588"/>
            <a:ext cx="6564875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Grupo 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1D2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725388" y="1716698"/>
            <a:ext cx="1070406" cy="276506"/>
            <a:chOff x="0" y="0"/>
            <a:chExt cx="484642" cy="1251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4642" cy="125192"/>
            </a:xfrm>
            <a:custGeom>
              <a:avLst/>
              <a:gdLst/>
              <a:ahLst/>
              <a:cxnLst/>
              <a:rect r="r" b="b" t="t" l="l"/>
              <a:pathLst>
                <a:path h="125192" w="484642">
                  <a:moveTo>
                    <a:pt x="62596" y="0"/>
                  </a:moveTo>
                  <a:lnTo>
                    <a:pt x="422046" y="0"/>
                  </a:lnTo>
                  <a:cubicBezTo>
                    <a:pt x="456617" y="0"/>
                    <a:pt x="484642" y="28025"/>
                    <a:pt x="484642" y="62596"/>
                  </a:cubicBezTo>
                  <a:lnTo>
                    <a:pt x="484642" y="62596"/>
                  </a:lnTo>
                  <a:cubicBezTo>
                    <a:pt x="484642" y="97167"/>
                    <a:pt x="456617" y="125192"/>
                    <a:pt x="422046" y="125192"/>
                  </a:cubicBezTo>
                  <a:lnTo>
                    <a:pt x="62596" y="125192"/>
                  </a:lnTo>
                  <a:cubicBezTo>
                    <a:pt x="28025" y="125192"/>
                    <a:pt x="0" y="97167"/>
                    <a:pt x="0" y="62596"/>
                  </a:cubicBezTo>
                  <a:lnTo>
                    <a:pt x="0" y="62596"/>
                  </a:lnTo>
                  <a:cubicBezTo>
                    <a:pt x="0" y="28025"/>
                    <a:pt x="28025" y="0"/>
                    <a:pt x="62596" y="0"/>
                  </a:cubicBezTo>
                  <a:close/>
                </a:path>
              </a:pathLst>
            </a:custGeom>
            <a:solidFill>
              <a:srgbClr val="15193E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484642" cy="134717"/>
            </a:xfrm>
            <a:prstGeom prst="rect">
              <a:avLst/>
            </a:prstGeom>
          </p:spPr>
          <p:txBody>
            <a:bodyPr anchor="ctr" rtlCol="false" tIns="31918" lIns="31918" bIns="31918" rIns="31918"/>
            <a:lstStyle/>
            <a:p>
              <a:pPr algn="ctr">
                <a:lnSpc>
                  <a:spcPts val="1381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178431" y="-230885"/>
            <a:ext cx="18644862" cy="8466714"/>
          </a:xfrm>
          <a:custGeom>
            <a:avLst/>
            <a:gdLst/>
            <a:ahLst/>
            <a:cxnLst/>
            <a:rect r="r" b="b" t="t" l="l"/>
            <a:pathLst>
              <a:path h="8466714" w="18644862">
                <a:moveTo>
                  <a:pt x="0" y="0"/>
                </a:moveTo>
                <a:lnTo>
                  <a:pt x="18644862" y="0"/>
                </a:lnTo>
                <a:lnTo>
                  <a:pt x="18644862" y="8466714"/>
                </a:lnTo>
                <a:lnTo>
                  <a:pt x="0" y="84667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120213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9911574" y="434115"/>
            <a:ext cx="7568601" cy="1420835"/>
            <a:chOff x="0" y="0"/>
            <a:chExt cx="1993376" cy="37421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93376" cy="374212"/>
            </a:xfrm>
            <a:custGeom>
              <a:avLst/>
              <a:gdLst/>
              <a:ahLst/>
              <a:cxnLst/>
              <a:rect r="r" b="b" t="t" l="l"/>
              <a:pathLst>
                <a:path h="374212" w="1993376">
                  <a:moveTo>
                    <a:pt x="32733" y="0"/>
                  </a:moveTo>
                  <a:lnTo>
                    <a:pt x="1960644" y="0"/>
                  </a:lnTo>
                  <a:cubicBezTo>
                    <a:pt x="1978721" y="0"/>
                    <a:pt x="1993376" y="14655"/>
                    <a:pt x="1993376" y="32733"/>
                  </a:cubicBezTo>
                  <a:lnTo>
                    <a:pt x="1993376" y="341479"/>
                  </a:lnTo>
                  <a:cubicBezTo>
                    <a:pt x="1993376" y="350160"/>
                    <a:pt x="1989928" y="358486"/>
                    <a:pt x="1983789" y="364625"/>
                  </a:cubicBezTo>
                  <a:cubicBezTo>
                    <a:pt x="1977651" y="370763"/>
                    <a:pt x="1969325" y="374212"/>
                    <a:pt x="1960644" y="374212"/>
                  </a:cubicBezTo>
                  <a:lnTo>
                    <a:pt x="32733" y="374212"/>
                  </a:lnTo>
                  <a:cubicBezTo>
                    <a:pt x="14655" y="374212"/>
                    <a:pt x="0" y="359557"/>
                    <a:pt x="0" y="341479"/>
                  </a:cubicBezTo>
                  <a:lnTo>
                    <a:pt x="0" y="32733"/>
                  </a:lnTo>
                  <a:cubicBezTo>
                    <a:pt x="0" y="14655"/>
                    <a:pt x="14655" y="0"/>
                    <a:pt x="32733" y="0"/>
                  </a:cubicBezTo>
                  <a:close/>
                </a:path>
              </a:pathLst>
            </a:custGeom>
            <a:solidFill>
              <a:srgbClr val="E4E5EC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993376" cy="4123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807825" y="1028700"/>
            <a:ext cx="16672349" cy="8656581"/>
            <a:chOff x="0" y="0"/>
            <a:chExt cx="4391071" cy="227992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391072" cy="2279922"/>
            </a:xfrm>
            <a:custGeom>
              <a:avLst/>
              <a:gdLst/>
              <a:ahLst/>
              <a:cxnLst/>
              <a:rect r="r" b="b" t="t" l="l"/>
              <a:pathLst>
                <a:path h="2279922" w="4391072">
                  <a:moveTo>
                    <a:pt x="14859" y="0"/>
                  </a:moveTo>
                  <a:lnTo>
                    <a:pt x="4376212" y="0"/>
                  </a:lnTo>
                  <a:cubicBezTo>
                    <a:pt x="4380153" y="0"/>
                    <a:pt x="4383933" y="1566"/>
                    <a:pt x="4386719" y="4352"/>
                  </a:cubicBezTo>
                  <a:cubicBezTo>
                    <a:pt x="4389506" y="7139"/>
                    <a:pt x="4391072" y="10918"/>
                    <a:pt x="4391072" y="14859"/>
                  </a:cubicBezTo>
                  <a:lnTo>
                    <a:pt x="4391072" y="2265063"/>
                  </a:lnTo>
                  <a:cubicBezTo>
                    <a:pt x="4391072" y="2269004"/>
                    <a:pt x="4389506" y="2272784"/>
                    <a:pt x="4386719" y="2275570"/>
                  </a:cubicBezTo>
                  <a:cubicBezTo>
                    <a:pt x="4383933" y="2278357"/>
                    <a:pt x="4380153" y="2279922"/>
                    <a:pt x="4376212" y="2279922"/>
                  </a:cubicBezTo>
                  <a:lnTo>
                    <a:pt x="14859" y="2279922"/>
                  </a:lnTo>
                  <a:cubicBezTo>
                    <a:pt x="10918" y="2279922"/>
                    <a:pt x="7139" y="2278357"/>
                    <a:pt x="4352" y="2275570"/>
                  </a:cubicBezTo>
                  <a:cubicBezTo>
                    <a:pt x="1566" y="2272784"/>
                    <a:pt x="0" y="2269004"/>
                    <a:pt x="0" y="2265063"/>
                  </a:cubicBezTo>
                  <a:lnTo>
                    <a:pt x="0" y="14859"/>
                  </a:lnTo>
                  <a:cubicBezTo>
                    <a:pt x="0" y="10918"/>
                    <a:pt x="1566" y="7139"/>
                    <a:pt x="4352" y="4352"/>
                  </a:cubicBezTo>
                  <a:cubicBezTo>
                    <a:pt x="7139" y="1566"/>
                    <a:pt x="10918" y="0"/>
                    <a:pt x="14859" y="0"/>
                  </a:cubicBezTo>
                  <a:close/>
                </a:path>
              </a:pathLst>
            </a:custGeom>
            <a:solidFill>
              <a:srgbClr val="E4E5EC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4391071" cy="23180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2089511" y="1481943"/>
            <a:ext cx="5585847" cy="1670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58"/>
              </a:lnSpc>
            </a:pPr>
            <a:r>
              <a:rPr lang="en-US" sz="6444" b="true">
                <a:solidFill>
                  <a:srgbClr val="15193E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ÍNDICE E INTEGRANTES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-651470" y="-757964"/>
            <a:ext cx="3655283" cy="2173232"/>
          </a:xfrm>
          <a:custGeom>
            <a:avLst/>
            <a:gdLst/>
            <a:ahLst/>
            <a:cxnLst/>
            <a:rect r="r" b="b" t="t" l="l"/>
            <a:pathLst>
              <a:path h="2173232" w="3655283">
                <a:moveTo>
                  <a:pt x="0" y="0"/>
                </a:moveTo>
                <a:lnTo>
                  <a:pt x="3655283" y="0"/>
                </a:lnTo>
                <a:lnTo>
                  <a:pt x="3655283" y="2173232"/>
                </a:lnTo>
                <a:lnTo>
                  <a:pt x="0" y="21732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-1394806" y="659463"/>
            <a:ext cx="3484317" cy="2071585"/>
          </a:xfrm>
          <a:custGeom>
            <a:avLst/>
            <a:gdLst/>
            <a:ahLst/>
            <a:cxnLst/>
            <a:rect r="r" b="b" t="t" l="l"/>
            <a:pathLst>
              <a:path h="2071585" w="3484317">
                <a:moveTo>
                  <a:pt x="0" y="0"/>
                </a:moveTo>
                <a:lnTo>
                  <a:pt x="3484317" y="0"/>
                </a:lnTo>
                <a:lnTo>
                  <a:pt x="3484317" y="2071585"/>
                </a:lnTo>
                <a:lnTo>
                  <a:pt x="0" y="20715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6252842" y="8750179"/>
            <a:ext cx="3484317" cy="2071585"/>
          </a:xfrm>
          <a:custGeom>
            <a:avLst/>
            <a:gdLst/>
            <a:ahLst/>
            <a:cxnLst/>
            <a:rect r="r" b="b" t="t" l="l"/>
            <a:pathLst>
              <a:path h="2071585" w="3484317">
                <a:moveTo>
                  <a:pt x="0" y="0"/>
                </a:moveTo>
                <a:lnTo>
                  <a:pt x="3484316" y="0"/>
                </a:lnTo>
                <a:lnTo>
                  <a:pt x="3484316" y="2071585"/>
                </a:lnTo>
                <a:lnTo>
                  <a:pt x="0" y="20715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7054578" y="7272393"/>
            <a:ext cx="3655283" cy="2173232"/>
          </a:xfrm>
          <a:custGeom>
            <a:avLst/>
            <a:gdLst/>
            <a:ahLst/>
            <a:cxnLst/>
            <a:rect r="r" b="b" t="t" l="l"/>
            <a:pathLst>
              <a:path h="2173232" w="3655283">
                <a:moveTo>
                  <a:pt x="0" y="0"/>
                </a:moveTo>
                <a:lnTo>
                  <a:pt x="3655282" y="0"/>
                </a:lnTo>
                <a:lnTo>
                  <a:pt x="3655282" y="2173232"/>
                </a:lnTo>
                <a:lnTo>
                  <a:pt x="0" y="217323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10077970" y="1305444"/>
            <a:ext cx="3175239" cy="3175239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8"/>
              <a:stretch>
                <a:fillRect l="0" t="-38888" r="0" b="-38888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3262099" y="1258088"/>
            <a:ext cx="3164261" cy="3164261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9"/>
              <a:stretch>
                <a:fillRect l="0" t="-13795" r="0" b="-13795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0010900" y="5768609"/>
            <a:ext cx="3164261" cy="3164261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10"/>
              <a:stretch>
                <a:fillRect l="0" t="-38888" r="0" b="-38888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3842414" y="5768609"/>
            <a:ext cx="3212164" cy="3212164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11"/>
              <a:stretch>
                <a:fillRect l="0" t="-38888" r="0" b="-38888"/>
              </a:stretch>
            </a:blipFill>
          </p:spPr>
        </p:sp>
      </p:grpSp>
      <p:sp>
        <p:nvSpPr>
          <p:cNvPr name="Freeform 25" id="25"/>
          <p:cNvSpPr/>
          <p:nvPr/>
        </p:nvSpPr>
        <p:spPr>
          <a:xfrm flipH="false" flipV="false" rot="0">
            <a:off x="0" y="7105789"/>
            <a:ext cx="1835212" cy="2854774"/>
          </a:xfrm>
          <a:custGeom>
            <a:avLst/>
            <a:gdLst/>
            <a:ahLst/>
            <a:cxnLst/>
            <a:rect r="r" b="b" t="t" l="l"/>
            <a:pathLst>
              <a:path h="2854774" w="1835212">
                <a:moveTo>
                  <a:pt x="0" y="0"/>
                </a:moveTo>
                <a:lnTo>
                  <a:pt x="1835212" y="0"/>
                </a:lnTo>
                <a:lnTo>
                  <a:pt x="1835212" y="2854774"/>
                </a:lnTo>
                <a:lnTo>
                  <a:pt x="0" y="285477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2003212" y="3365432"/>
            <a:ext cx="722176" cy="4426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b="true" sz="2884" spc="196">
                <a:solidFill>
                  <a:srgbClr val="5666F8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03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460821" y="5104714"/>
            <a:ext cx="1257379" cy="4426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b="true" sz="2884" spc="196">
                <a:solidFill>
                  <a:srgbClr val="5666F8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05-06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012737" y="4311731"/>
            <a:ext cx="722176" cy="4426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b="true" sz="2884" spc="196">
                <a:solidFill>
                  <a:srgbClr val="5666F8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04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003212" y="5987401"/>
            <a:ext cx="722176" cy="4426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b="true" sz="2884" spc="196">
                <a:solidFill>
                  <a:srgbClr val="5666F8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07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2725388" y="5989279"/>
            <a:ext cx="5776012" cy="440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884" spc="196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-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3003813" y="5989317"/>
            <a:ext cx="5776012" cy="440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884" spc="196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COSAS A MEJORAR 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2725388" y="3365432"/>
            <a:ext cx="5776012" cy="440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884" spc="196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-DE QUE SE TRATA?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297102" y="4365199"/>
            <a:ext cx="2927920" cy="565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759"/>
              </a:lnSpc>
            </a:pPr>
            <a:r>
              <a:rPr lang="en-US" b="true" sz="2799">
                <a:solidFill>
                  <a:srgbClr val="420F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Andres Ochoa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607026" y="530225"/>
            <a:ext cx="2128106" cy="10317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49"/>
              </a:lnSpc>
            </a:pPr>
            <a:r>
              <a:rPr lang="en-US" b="true" sz="2499">
                <a:solidFill>
                  <a:srgbClr val="7951C9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Programador Front End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3536940" y="806969"/>
            <a:ext cx="3952759" cy="498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49"/>
              </a:lnSpc>
            </a:pPr>
            <a:r>
              <a:rPr lang="en-US" b="true" sz="2499">
                <a:solidFill>
                  <a:srgbClr val="7951C9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Programadora Back End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4145902" y="444554"/>
            <a:ext cx="2280459" cy="498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49"/>
              </a:lnSpc>
            </a:pPr>
            <a:r>
              <a:rPr lang="en-US" b="true" sz="2499">
                <a:solidFill>
                  <a:srgbClr val="7951C9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Investigadora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0528978" y="5207000"/>
            <a:ext cx="2128106" cy="498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49"/>
              </a:lnSpc>
            </a:pPr>
            <a:r>
              <a:rPr lang="en-US" b="true" sz="2499">
                <a:solidFill>
                  <a:srgbClr val="7951C9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Programador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4384443" y="5270134"/>
            <a:ext cx="2471009" cy="498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49"/>
              </a:lnSpc>
            </a:pPr>
            <a:r>
              <a:rPr lang="en-US" b="true" sz="2499">
                <a:solidFill>
                  <a:srgbClr val="7951C9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Documentador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4583569" y="5019675"/>
            <a:ext cx="2471009" cy="498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49"/>
              </a:lnSpc>
            </a:pPr>
            <a:r>
              <a:rPr lang="en-US" b="true" sz="2499">
                <a:solidFill>
                  <a:srgbClr val="7951C9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Presentador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4308656" y="4384249"/>
            <a:ext cx="2336829" cy="498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49"/>
              </a:lnSpc>
            </a:pPr>
            <a:r>
              <a:rPr lang="en-US" b="true" sz="2499">
                <a:solidFill>
                  <a:srgbClr val="420F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Rocío Monzón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4268291" y="8928100"/>
            <a:ext cx="2471009" cy="565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759"/>
              </a:lnSpc>
            </a:pPr>
            <a:r>
              <a:rPr lang="en-US" b="true" sz="2799">
                <a:solidFill>
                  <a:srgbClr val="420F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Thiago López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0278052" y="8928100"/>
            <a:ext cx="2501806" cy="565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759"/>
              </a:lnSpc>
            </a:pPr>
            <a:r>
              <a:rPr lang="en-US" b="true" sz="2799">
                <a:solidFill>
                  <a:srgbClr val="420F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Augusto Kurtz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2725388" y="4306687"/>
            <a:ext cx="5776012" cy="440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884" spc="196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-REQUISITOS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2734913" y="5168797"/>
            <a:ext cx="5776012" cy="440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884" spc="196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- HERRAMIENTAS UTILIZADAS</a:t>
            </a:r>
          </a:p>
        </p:txBody>
      </p:sp>
    </p:spTree>
  </p:cSld>
  <p:clrMapOvr>
    <a:masterClrMapping/>
  </p:clrMapOvr>
  <p:transition spd="slow">
    <p:cover dir="ru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5C69F5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61935" y="695244"/>
            <a:ext cx="16764130" cy="8896513"/>
          </a:xfrm>
          <a:custGeom>
            <a:avLst/>
            <a:gdLst/>
            <a:ahLst/>
            <a:cxnLst/>
            <a:rect r="r" b="b" t="t" l="l"/>
            <a:pathLst>
              <a:path h="8896513" w="16764130">
                <a:moveTo>
                  <a:pt x="0" y="0"/>
                </a:moveTo>
                <a:lnTo>
                  <a:pt x="16764130" y="0"/>
                </a:lnTo>
                <a:lnTo>
                  <a:pt x="16764130" y="8896512"/>
                </a:lnTo>
                <a:lnTo>
                  <a:pt x="0" y="88965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7000"/>
            </a:blip>
            <a:stretch>
              <a:fillRect l="0" t="-12419" r="0" b="-1241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785761" y="1848685"/>
            <a:ext cx="14716479" cy="7409615"/>
            <a:chOff x="0" y="0"/>
            <a:chExt cx="3875945" cy="195150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875945" cy="1951504"/>
            </a:xfrm>
            <a:custGeom>
              <a:avLst/>
              <a:gdLst/>
              <a:ahLst/>
              <a:cxnLst/>
              <a:rect r="r" b="b" t="t" l="l"/>
              <a:pathLst>
                <a:path h="1951504" w="3875945">
                  <a:moveTo>
                    <a:pt x="16834" y="0"/>
                  </a:moveTo>
                  <a:lnTo>
                    <a:pt x="3859111" y="0"/>
                  </a:lnTo>
                  <a:cubicBezTo>
                    <a:pt x="3868408" y="0"/>
                    <a:pt x="3875945" y="7537"/>
                    <a:pt x="3875945" y="16834"/>
                  </a:cubicBezTo>
                  <a:lnTo>
                    <a:pt x="3875945" y="1934669"/>
                  </a:lnTo>
                  <a:cubicBezTo>
                    <a:pt x="3875945" y="1943967"/>
                    <a:pt x="3868408" y="1951504"/>
                    <a:pt x="3859111" y="1951504"/>
                  </a:cubicBezTo>
                  <a:lnTo>
                    <a:pt x="16834" y="1951504"/>
                  </a:lnTo>
                  <a:cubicBezTo>
                    <a:pt x="7537" y="1951504"/>
                    <a:pt x="0" y="1943967"/>
                    <a:pt x="0" y="1934669"/>
                  </a:cubicBezTo>
                  <a:lnTo>
                    <a:pt x="0" y="16834"/>
                  </a:lnTo>
                  <a:cubicBezTo>
                    <a:pt x="0" y="7537"/>
                    <a:pt x="7537" y="0"/>
                    <a:pt x="16834" y="0"/>
                  </a:cubicBezTo>
                  <a:close/>
                </a:path>
              </a:pathLst>
            </a:custGeom>
            <a:solidFill>
              <a:srgbClr val="E4E5EC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875945" cy="19896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653028" y="535426"/>
            <a:ext cx="2726935" cy="1621287"/>
          </a:xfrm>
          <a:custGeom>
            <a:avLst/>
            <a:gdLst/>
            <a:ahLst/>
            <a:cxnLst/>
            <a:rect r="r" b="b" t="t" l="l"/>
            <a:pathLst>
              <a:path h="1621287" w="2726935">
                <a:moveTo>
                  <a:pt x="0" y="0"/>
                </a:moveTo>
                <a:lnTo>
                  <a:pt x="2726935" y="0"/>
                </a:lnTo>
                <a:lnTo>
                  <a:pt x="2726935" y="1621287"/>
                </a:lnTo>
                <a:lnTo>
                  <a:pt x="0" y="162128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71156" y="1610537"/>
            <a:ext cx="2599390" cy="1545456"/>
          </a:xfrm>
          <a:custGeom>
            <a:avLst/>
            <a:gdLst/>
            <a:ahLst/>
            <a:cxnLst/>
            <a:rect r="r" b="b" t="t" l="l"/>
            <a:pathLst>
              <a:path h="1545456" w="2599390">
                <a:moveTo>
                  <a:pt x="0" y="0"/>
                </a:moveTo>
                <a:lnTo>
                  <a:pt x="2599391" y="0"/>
                </a:lnTo>
                <a:lnTo>
                  <a:pt x="2599391" y="1545455"/>
                </a:lnTo>
                <a:lnTo>
                  <a:pt x="0" y="154545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97127" y="628128"/>
            <a:ext cx="1573420" cy="1964818"/>
          </a:xfrm>
          <a:custGeom>
            <a:avLst/>
            <a:gdLst/>
            <a:ahLst/>
            <a:cxnLst/>
            <a:rect r="r" b="b" t="t" l="l"/>
            <a:pathLst>
              <a:path h="1964818" w="1573420">
                <a:moveTo>
                  <a:pt x="0" y="0"/>
                </a:moveTo>
                <a:lnTo>
                  <a:pt x="1573420" y="0"/>
                </a:lnTo>
                <a:lnTo>
                  <a:pt x="1573420" y="1964818"/>
                </a:lnTo>
                <a:lnTo>
                  <a:pt x="0" y="196481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2148038" y="2383265"/>
            <a:ext cx="4076221" cy="4891466"/>
          </a:xfrm>
          <a:custGeom>
            <a:avLst/>
            <a:gdLst/>
            <a:ahLst/>
            <a:cxnLst/>
            <a:rect r="r" b="b" t="t" l="l"/>
            <a:pathLst>
              <a:path h="4891466" w="4076221">
                <a:moveTo>
                  <a:pt x="0" y="0"/>
                </a:moveTo>
                <a:lnTo>
                  <a:pt x="4076222" y="0"/>
                </a:lnTo>
                <a:lnTo>
                  <a:pt x="4076222" y="4891465"/>
                </a:lnTo>
                <a:lnTo>
                  <a:pt x="0" y="489146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12346982" y="2383265"/>
            <a:ext cx="3731488" cy="5704186"/>
          </a:xfrm>
          <a:custGeom>
            <a:avLst/>
            <a:gdLst/>
            <a:ahLst/>
            <a:cxnLst/>
            <a:rect r="r" b="b" t="t" l="l"/>
            <a:pathLst>
              <a:path h="5704186" w="3731488">
                <a:moveTo>
                  <a:pt x="0" y="0"/>
                </a:moveTo>
                <a:lnTo>
                  <a:pt x="3731488" y="0"/>
                </a:lnTo>
                <a:lnTo>
                  <a:pt x="3731488" y="5704185"/>
                </a:lnTo>
                <a:lnTo>
                  <a:pt x="0" y="570418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6481997" y="2383265"/>
            <a:ext cx="5607247" cy="3402150"/>
          </a:xfrm>
          <a:custGeom>
            <a:avLst/>
            <a:gdLst/>
            <a:ahLst/>
            <a:cxnLst/>
            <a:rect r="r" b="b" t="t" l="l"/>
            <a:pathLst>
              <a:path h="3402150" w="5607247">
                <a:moveTo>
                  <a:pt x="0" y="0"/>
                </a:moveTo>
                <a:lnTo>
                  <a:pt x="5607247" y="0"/>
                </a:lnTo>
                <a:lnTo>
                  <a:pt x="5607247" y="3402150"/>
                </a:lnTo>
                <a:lnTo>
                  <a:pt x="0" y="340215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12" id="12"/>
          <p:cNvSpPr txBox="true"/>
          <p:nvPr/>
        </p:nvSpPr>
        <p:spPr>
          <a:xfrm rot="0">
            <a:off x="6625502" y="972987"/>
            <a:ext cx="7035597" cy="790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2"/>
              </a:lnSpc>
            </a:pPr>
            <a:r>
              <a:rPr lang="en-US" sz="5513" b="true">
                <a:solidFill>
                  <a:srgbClr val="FFB02C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¿DE QUÉ SE TRATA?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998950" y="7504094"/>
            <a:ext cx="6564875" cy="815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Interfaz gráfica para iniciar o conectarse a un servidor</a:t>
            </a:r>
          </a:p>
        </p:txBody>
      </p:sp>
      <p:sp>
        <p:nvSpPr>
          <p:cNvPr name="AutoShape 14" id="14"/>
          <p:cNvSpPr/>
          <p:nvPr/>
        </p:nvSpPr>
        <p:spPr>
          <a:xfrm flipH="true" flipV="true">
            <a:off x="4186149" y="7274730"/>
            <a:ext cx="446455" cy="267463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15" id="15"/>
          <p:cNvSpPr txBox="true"/>
          <p:nvPr/>
        </p:nvSpPr>
        <p:spPr>
          <a:xfrm rot="0">
            <a:off x="6003183" y="6356915"/>
            <a:ext cx="6564875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Ingresar la IP</a:t>
            </a:r>
          </a:p>
        </p:txBody>
      </p:sp>
      <p:sp>
        <p:nvSpPr>
          <p:cNvPr name="AutoShape 16" id="16"/>
          <p:cNvSpPr/>
          <p:nvPr/>
        </p:nvSpPr>
        <p:spPr>
          <a:xfrm flipV="true">
            <a:off x="9097037" y="5785415"/>
            <a:ext cx="188584" cy="619125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17" id="17"/>
          <p:cNvSpPr txBox="true"/>
          <p:nvPr/>
        </p:nvSpPr>
        <p:spPr>
          <a:xfrm rot="0">
            <a:off x="9285621" y="8271809"/>
            <a:ext cx="4239099" cy="8603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Ver o agregar archivos del servidor.</a:t>
            </a:r>
          </a:p>
        </p:txBody>
      </p:sp>
      <p:sp>
        <p:nvSpPr>
          <p:cNvPr name="AutoShape 18" id="18"/>
          <p:cNvSpPr/>
          <p:nvPr/>
        </p:nvSpPr>
        <p:spPr>
          <a:xfrm flipV="true">
            <a:off x="13524719" y="8087450"/>
            <a:ext cx="688007" cy="638329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</p:spTree>
  </p:cSld>
  <p:clrMapOvr>
    <a:masterClrMapping/>
  </p:clrMapOvr>
  <p:transition spd="slow">
    <p:cover dir="u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5C69F5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61935" y="695244"/>
            <a:ext cx="16764130" cy="9205354"/>
          </a:xfrm>
          <a:custGeom>
            <a:avLst/>
            <a:gdLst/>
            <a:ahLst/>
            <a:cxnLst/>
            <a:rect r="r" b="b" t="t" l="l"/>
            <a:pathLst>
              <a:path h="9205354" w="16764130">
                <a:moveTo>
                  <a:pt x="0" y="0"/>
                </a:moveTo>
                <a:lnTo>
                  <a:pt x="16764130" y="0"/>
                </a:lnTo>
                <a:lnTo>
                  <a:pt x="16764130" y="9205354"/>
                </a:lnTo>
                <a:lnTo>
                  <a:pt x="0" y="92053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7000"/>
            </a:blip>
            <a:stretch>
              <a:fillRect l="0" t="-12002" r="0" b="-8647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08460" y="1848685"/>
            <a:ext cx="16217605" cy="7662303"/>
            <a:chOff x="0" y="0"/>
            <a:chExt cx="4271303" cy="201805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1303" cy="2018055"/>
            </a:xfrm>
            <a:custGeom>
              <a:avLst/>
              <a:gdLst/>
              <a:ahLst/>
              <a:cxnLst/>
              <a:rect r="r" b="b" t="t" l="l"/>
              <a:pathLst>
                <a:path h="2018055" w="4271303">
                  <a:moveTo>
                    <a:pt x="15276" y="0"/>
                  </a:moveTo>
                  <a:lnTo>
                    <a:pt x="4256027" y="0"/>
                  </a:lnTo>
                  <a:cubicBezTo>
                    <a:pt x="4260079" y="0"/>
                    <a:pt x="4263964" y="1609"/>
                    <a:pt x="4266829" y="4474"/>
                  </a:cubicBezTo>
                  <a:cubicBezTo>
                    <a:pt x="4269694" y="7339"/>
                    <a:pt x="4271303" y="11225"/>
                    <a:pt x="4271303" y="15276"/>
                  </a:cubicBezTo>
                  <a:lnTo>
                    <a:pt x="4271303" y="2002779"/>
                  </a:lnTo>
                  <a:cubicBezTo>
                    <a:pt x="4271303" y="2006830"/>
                    <a:pt x="4269694" y="2010716"/>
                    <a:pt x="4266829" y="2013581"/>
                  </a:cubicBezTo>
                  <a:cubicBezTo>
                    <a:pt x="4263964" y="2016446"/>
                    <a:pt x="4260079" y="2018055"/>
                    <a:pt x="4256027" y="2018055"/>
                  </a:cubicBezTo>
                  <a:lnTo>
                    <a:pt x="15276" y="2018055"/>
                  </a:lnTo>
                  <a:cubicBezTo>
                    <a:pt x="11225" y="2018055"/>
                    <a:pt x="7339" y="2016446"/>
                    <a:pt x="4474" y="2013581"/>
                  </a:cubicBezTo>
                  <a:cubicBezTo>
                    <a:pt x="1609" y="2010716"/>
                    <a:pt x="0" y="2006830"/>
                    <a:pt x="0" y="2002779"/>
                  </a:cubicBezTo>
                  <a:lnTo>
                    <a:pt x="0" y="15276"/>
                  </a:lnTo>
                  <a:cubicBezTo>
                    <a:pt x="0" y="11225"/>
                    <a:pt x="1609" y="7339"/>
                    <a:pt x="4474" y="4474"/>
                  </a:cubicBezTo>
                  <a:cubicBezTo>
                    <a:pt x="7339" y="1609"/>
                    <a:pt x="11225" y="0"/>
                    <a:pt x="15276" y="0"/>
                  </a:cubicBezTo>
                  <a:close/>
                </a:path>
              </a:pathLst>
            </a:custGeom>
            <a:solidFill>
              <a:srgbClr val="E4E5EC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271303" cy="20561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653028" y="535426"/>
            <a:ext cx="2726935" cy="1621287"/>
          </a:xfrm>
          <a:custGeom>
            <a:avLst/>
            <a:gdLst/>
            <a:ahLst/>
            <a:cxnLst/>
            <a:rect r="r" b="b" t="t" l="l"/>
            <a:pathLst>
              <a:path h="1621287" w="2726935">
                <a:moveTo>
                  <a:pt x="0" y="0"/>
                </a:moveTo>
                <a:lnTo>
                  <a:pt x="2726935" y="0"/>
                </a:lnTo>
                <a:lnTo>
                  <a:pt x="2726935" y="1621287"/>
                </a:lnTo>
                <a:lnTo>
                  <a:pt x="0" y="162128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71156" y="1610537"/>
            <a:ext cx="2599390" cy="1545456"/>
          </a:xfrm>
          <a:custGeom>
            <a:avLst/>
            <a:gdLst/>
            <a:ahLst/>
            <a:cxnLst/>
            <a:rect r="r" b="b" t="t" l="l"/>
            <a:pathLst>
              <a:path h="1545456" w="2599390">
                <a:moveTo>
                  <a:pt x="0" y="0"/>
                </a:moveTo>
                <a:lnTo>
                  <a:pt x="2599391" y="0"/>
                </a:lnTo>
                <a:lnTo>
                  <a:pt x="2599391" y="1545455"/>
                </a:lnTo>
                <a:lnTo>
                  <a:pt x="0" y="154545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97127" y="628128"/>
            <a:ext cx="1573420" cy="1964818"/>
          </a:xfrm>
          <a:custGeom>
            <a:avLst/>
            <a:gdLst/>
            <a:ahLst/>
            <a:cxnLst/>
            <a:rect r="r" b="b" t="t" l="l"/>
            <a:pathLst>
              <a:path h="1964818" w="1573420">
                <a:moveTo>
                  <a:pt x="0" y="0"/>
                </a:moveTo>
                <a:lnTo>
                  <a:pt x="1573420" y="0"/>
                </a:lnTo>
                <a:lnTo>
                  <a:pt x="1573420" y="1964818"/>
                </a:lnTo>
                <a:lnTo>
                  <a:pt x="0" y="196481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445940" y="3279701"/>
            <a:ext cx="4043014" cy="4036440"/>
          </a:xfrm>
          <a:custGeom>
            <a:avLst/>
            <a:gdLst/>
            <a:ahLst/>
            <a:cxnLst/>
            <a:rect r="r" b="b" t="t" l="l"/>
            <a:pathLst>
              <a:path h="4036440" w="4043014">
                <a:moveTo>
                  <a:pt x="0" y="0"/>
                </a:moveTo>
                <a:lnTo>
                  <a:pt x="4043014" y="0"/>
                </a:lnTo>
                <a:lnTo>
                  <a:pt x="4043014" y="4036440"/>
                </a:lnTo>
                <a:lnTo>
                  <a:pt x="0" y="403644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5897" t="0" r="-7963" b="-2641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889004" y="2260943"/>
            <a:ext cx="4145564" cy="3336468"/>
          </a:xfrm>
          <a:custGeom>
            <a:avLst/>
            <a:gdLst/>
            <a:ahLst/>
            <a:cxnLst/>
            <a:rect r="r" b="b" t="t" l="l"/>
            <a:pathLst>
              <a:path h="3336468" w="4145564">
                <a:moveTo>
                  <a:pt x="0" y="0"/>
                </a:moveTo>
                <a:lnTo>
                  <a:pt x="4145564" y="0"/>
                </a:lnTo>
                <a:lnTo>
                  <a:pt x="4145564" y="3336467"/>
                </a:lnTo>
                <a:lnTo>
                  <a:pt x="0" y="333646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-1857" b="-73042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3037876" y="2383265"/>
            <a:ext cx="3755147" cy="2278404"/>
          </a:xfrm>
          <a:custGeom>
            <a:avLst/>
            <a:gdLst/>
            <a:ahLst/>
            <a:cxnLst/>
            <a:rect r="r" b="b" t="t" l="l"/>
            <a:pathLst>
              <a:path h="2278404" w="3755147">
                <a:moveTo>
                  <a:pt x="0" y="0"/>
                </a:moveTo>
                <a:lnTo>
                  <a:pt x="3755147" y="0"/>
                </a:lnTo>
                <a:lnTo>
                  <a:pt x="3755147" y="2278403"/>
                </a:lnTo>
                <a:lnTo>
                  <a:pt x="0" y="227840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3579755" y="5788194"/>
            <a:ext cx="2652339" cy="2658669"/>
          </a:xfrm>
          <a:custGeom>
            <a:avLst/>
            <a:gdLst/>
            <a:ahLst/>
            <a:cxnLst/>
            <a:rect r="r" b="b" t="t" l="l"/>
            <a:pathLst>
              <a:path h="2658669" w="2652339">
                <a:moveTo>
                  <a:pt x="0" y="0"/>
                </a:moveTo>
                <a:lnTo>
                  <a:pt x="2652339" y="0"/>
                </a:lnTo>
                <a:lnTo>
                  <a:pt x="2652339" y="2658669"/>
                </a:lnTo>
                <a:lnTo>
                  <a:pt x="0" y="265866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6625502" y="972987"/>
            <a:ext cx="7035597" cy="790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2"/>
              </a:lnSpc>
            </a:pPr>
            <a:r>
              <a:rPr lang="en-US" sz="5513" b="true">
                <a:solidFill>
                  <a:srgbClr val="FFB02C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REQUISITOS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53028" y="4803769"/>
            <a:ext cx="6372911" cy="8603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Conocer la IP del host y del cliente (por cuestiones de funcionamiento y seguridad)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043106" y="8139770"/>
            <a:ext cx="6671997" cy="8603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Tener el programa, y al menos </a:t>
            </a:r>
            <a:r>
              <a:rPr lang="en-US" sz="24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Python</a:t>
            </a: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3 o versiones superiores para poder correrlo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720763" y="5616460"/>
            <a:ext cx="4239099" cy="1298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Mover archivo de carpeta Multi-Desk para su guardado y edición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347898" y="7295328"/>
            <a:ext cx="4239099" cy="1298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Estar dentro de la misma red. Es un programa Intranet</a:t>
            </a:r>
          </a:p>
        </p:txBody>
      </p:sp>
    </p:spTree>
  </p:cSld>
  <p:clrMapOvr>
    <a:masterClrMapping/>
  </p:clrMapOvr>
  <p:transition spd="slow">
    <p:cover dir="l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5C69F5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61935" y="695244"/>
            <a:ext cx="16764130" cy="8896513"/>
          </a:xfrm>
          <a:custGeom>
            <a:avLst/>
            <a:gdLst/>
            <a:ahLst/>
            <a:cxnLst/>
            <a:rect r="r" b="b" t="t" l="l"/>
            <a:pathLst>
              <a:path h="8896513" w="16764130">
                <a:moveTo>
                  <a:pt x="0" y="0"/>
                </a:moveTo>
                <a:lnTo>
                  <a:pt x="16764130" y="0"/>
                </a:lnTo>
                <a:lnTo>
                  <a:pt x="16764130" y="8896512"/>
                </a:lnTo>
                <a:lnTo>
                  <a:pt x="0" y="88965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7000"/>
            </a:blip>
            <a:stretch>
              <a:fillRect l="0" t="-12419" r="0" b="-1241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53028" y="1949997"/>
            <a:ext cx="14716479" cy="7409615"/>
            <a:chOff x="0" y="0"/>
            <a:chExt cx="3875945" cy="195150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875945" cy="1951504"/>
            </a:xfrm>
            <a:custGeom>
              <a:avLst/>
              <a:gdLst/>
              <a:ahLst/>
              <a:cxnLst/>
              <a:rect r="r" b="b" t="t" l="l"/>
              <a:pathLst>
                <a:path h="1951504" w="3875945">
                  <a:moveTo>
                    <a:pt x="16834" y="0"/>
                  </a:moveTo>
                  <a:lnTo>
                    <a:pt x="3859111" y="0"/>
                  </a:lnTo>
                  <a:cubicBezTo>
                    <a:pt x="3868408" y="0"/>
                    <a:pt x="3875945" y="7537"/>
                    <a:pt x="3875945" y="16834"/>
                  </a:cubicBezTo>
                  <a:lnTo>
                    <a:pt x="3875945" y="1934669"/>
                  </a:lnTo>
                  <a:cubicBezTo>
                    <a:pt x="3875945" y="1943967"/>
                    <a:pt x="3868408" y="1951504"/>
                    <a:pt x="3859111" y="1951504"/>
                  </a:cubicBezTo>
                  <a:lnTo>
                    <a:pt x="16834" y="1951504"/>
                  </a:lnTo>
                  <a:cubicBezTo>
                    <a:pt x="7537" y="1951504"/>
                    <a:pt x="0" y="1943967"/>
                    <a:pt x="0" y="1934669"/>
                  </a:cubicBezTo>
                  <a:lnTo>
                    <a:pt x="0" y="16834"/>
                  </a:lnTo>
                  <a:cubicBezTo>
                    <a:pt x="0" y="7537"/>
                    <a:pt x="7537" y="0"/>
                    <a:pt x="16834" y="0"/>
                  </a:cubicBezTo>
                  <a:close/>
                </a:path>
              </a:pathLst>
            </a:custGeom>
            <a:solidFill>
              <a:srgbClr val="E4E5E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875945" cy="19896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653028" y="535426"/>
            <a:ext cx="2726935" cy="1621287"/>
          </a:xfrm>
          <a:custGeom>
            <a:avLst/>
            <a:gdLst/>
            <a:ahLst/>
            <a:cxnLst/>
            <a:rect r="r" b="b" t="t" l="l"/>
            <a:pathLst>
              <a:path h="1621287" w="2726935">
                <a:moveTo>
                  <a:pt x="0" y="0"/>
                </a:moveTo>
                <a:lnTo>
                  <a:pt x="2726935" y="0"/>
                </a:lnTo>
                <a:lnTo>
                  <a:pt x="2726935" y="1621287"/>
                </a:lnTo>
                <a:lnTo>
                  <a:pt x="0" y="162128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71156" y="1610537"/>
            <a:ext cx="2599390" cy="1545456"/>
          </a:xfrm>
          <a:custGeom>
            <a:avLst/>
            <a:gdLst/>
            <a:ahLst/>
            <a:cxnLst/>
            <a:rect r="r" b="b" t="t" l="l"/>
            <a:pathLst>
              <a:path h="1545456" w="2599390">
                <a:moveTo>
                  <a:pt x="0" y="0"/>
                </a:moveTo>
                <a:lnTo>
                  <a:pt x="2599391" y="0"/>
                </a:lnTo>
                <a:lnTo>
                  <a:pt x="2599391" y="1545455"/>
                </a:lnTo>
                <a:lnTo>
                  <a:pt x="0" y="154545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97127" y="628128"/>
            <a:ext cx="1573420" cy="1964818"/>
          </a:xfrm>
          <a:custGeom>
            <a:avLst/>
            <a:gdLst/>
            <a:ahLst/>
            <a:cxnLst/>
            <a:rect r="r" b="b" t="t" l="l"/>
            <a:pathLst>
              <a:path h="1964818" w="1573420">
                <a:moveTo>
                  <a:pt x="0" y="0"/>
                </a:moveTo>
                <a:lnTo>
                  <a:pt x="1573420" y="0"/>
                </a:lnTo>
                <a:lnTo>
                  <a:pt x="1573420" y="1964818"/>
                </a:lnTo>
                <a:lnTo>
                  <a:pt x="0" y="196481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669940" y="2938354"/>
            <a:ext cx="2080849" cy="2080849"/>
          </a:xfrm>
          <a:custGeom>
            <a:avLst/>
            <a:gdLst/>
            <a:ahLst/>
            <a:cxnLst/>
            <a:rect r="r" b="b" t="t" l="l"/>
            <a:pathLst>
              <a:path h="2080849" w="2080849">
                <a:moveTo>
                  <a:pt x="0" y="0"/>
                </a:moveTo>
                <a:lnTo>
                  <a:pt x="2080849" y="0"/>
                </a:lnTo>
                <a:lnTo>
                  <a:pt x="2080849" y="2080849"/>
                </a:lnTo>
                <a:lnTo>
                  <a:pt x="0" y="208084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043054" y="2814057"/>
            <a:ext cx="2329443" cy="2329443"/>
          </a:xfrm>
          <a:custGeom>
            <a:avLst/>
            <a:gdLst/>
            <a:ahLst/>
            <a:cxnLst/>
            <a:rect r="r" b="b" t="t" l="l"/>
            <a:pathLst>
              <a:path h="2329443" w="2329443">
                <a:moveTo>
                  <a:pt x="0" y="0"/>
                </a:moveTo>
                <a:lnTo>
                  <a:pt x="2329443" y="0"/>
                </a:lnTo>
                <a:lnTo>
                  <a:pt x="2329443" y="2329443"/>
                </a:lnTo>
                <a:lnTo>
                  <a:pt x="0" y="232944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3191920" y="2156713"/>
            <a:ext cx="3149574" cy="7101587"/>
          </a:xfrm>
          <a:custGeom>
            <a:avLst/>
            <a:gdLst/>
            <a:ahLst/>
            <a:cxnLst/>
            <a:rect r="r" b="b" t="t" l="l"/>
            <a:pathLst>
              <a:path h="7101587" w="3149574">
                <a:moveTo>
                  <a:pt x="0" y="0"/>
                </a:moveTo>
                <a:lnTo>
                  <a:pt x="3149574" y="0"/>
                </a:lnTo>
                <a:lnTo>
                  <a:pt x="3149574" y="7101587"/>
                </a:lnTo>
                <a:lnTo>
                  <a:pt x="0" y="710158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8669940" y="5881582"/>
            <a:ext cx="2369490" cy="2369490"/>
          </a:xfrm>
          <a:custGeom>
            <a:avLst/>
            <a:gdLst/>
            <a:ahLst/>
            <a:cxnLst/>
            <a:rect r="r" b="b" t="t" l="l"/>
            <a:pathLst>
              <a:path h="2369490" w="2369490">
                <a:moveTo>
                  <a:pt x="0" y="0"/>
                </a:moveTo>
                <a:lnTo>
                  <a:pt x="2369490" y="0"/>
                </a:lnTo>
                <a:lnTo>
                  <a:pt x="2369490" y="2369490"/>
                </a:lnTo>
                <a:lnTo>
                  <a:pt x="0" y="236949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2270702" y="5881582"/>
            <a:ext cx="2536742" cy="2536742"/>
          </a:xfrm>
          <a:custGeom>
            <a:avLst/>
            <a:gdLst/>
            <a:ahLst/>
            <a:cxnLst/>
            <a:rect r="r" b="b" t="t" l="l"/>
            <a:pathLst>
              <a:path h="2536742" w="2536742">
                <a:moveTo>
                  <a:pt x="0" y="0"/>
                </a:moveTo>
                <a:lnTo>
                  <a:pt x="2536742" y="0"/>
                </a:lnTo>
                <a:lnTo>
                  <a:pt x="2536742" y="2536742"/>
                </a:lnTo>
                <a:lnTo>
                  <a:pt x="0" y="253674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3844570" y="819664"/>
            <a:ext cx="11731591" cy="790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2"/>
              </a:lnSpc>
            </a:pPr>
            <a:r>
              <a:rPr lang="en-US" sz="5513" b="true">
                <a:solidFill>
                  <a:srgbClr val="FFB02C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HERRAMIENTAS IMPLEMENTADAS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115134" y="5000625"/>
            <a:ext cx="1383713" cy="565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759"/>
              </a:lnSpc>
            </a:pPr>
            <a:r>
              <a:rPr lang="en-US" b="true" sz="2799">
                <a:solidFill>
                  <a:srgbClr val="420F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Python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498847" y="8275449"/>
            <a:ext cx="3040226" cy="565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759"/>
              </a:lnSpc>
            </a:pPr>
            <a:r>
              <a:rPr lang="en-US" b="true" sz="2799">
                <a:solidFill>
                  <a:srgbClr val="420F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GitHub y Copilot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892616" y="5000625"/>
            <a:ext cx="3292914" cy="565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759"/>
              </a:lnSpc>
            </a:pPr>
            <a:r>
              <a:rPr lang="en-US" b="true" sz="2799">
                <a:solidFill>
                  <a:srgbClr val="420F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Visual Studio Code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12195454" y="2966457"/>
            <a:ext cx="2329443" cy="2329443"/>
          </a:xfrm>
          <a:custGeom>
            <a:avLst/>
            <a:gdLst/>
            <a:ahLst/>
            <a:cxnLst/>
            <a:rect r="r" b="b" t="t" l="l"/>
            <a:pathLst>
              <a:path h="2329443" w="2329443">
                <a:moveTo>
                  <a:pt x="0" y="0"/>
                </a:moveTo>
                <a:lnTo>
                  <a:pt x="2329443" y="0"/>
                </a:lnTo>
                <a:lnTo>
                  <a:pt x="2329443" y="2329443"/>
                </a:lnTo>
                <a:lnTo>
                  <a:pt x="0" y="232944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cover dir="l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5C69F5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867776"/>
            <a:ext cx="16764130" cy="8760172"/>
          </a:xfrm>
          <a:custGeom>
            <a:avLst/>
            <a:gdLst/>
            <a:ahLst/>
            <a:cxnLst/>
            <a:rect r="r" b="b" t="t" l="l"/>
            <a:pathLst>
              <a:path h="8760172" w="16764130">
                <a:moveTo>
                  <a:pt x="0" y="0"/>
                </a:moveTo>
                <a:lnTo>
                  <a:pt x="16764130" y="0"/>
                </a:lnTo>
                <a:lnTo>
                  <a:pt x="16764130" y="8760172"/>
                </a:lnTo>
                <a:lnTo>
                  <a:pt x="0" y="87601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7000"/>
            </a:blip>
            <a:stretch>
              <a:fillRect l="0" t="-14168" r="0" b="-1261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56932" y="218057"/>
            <a:ext cx="2726935" cy="1621287"/>
          </a:xfrm>
          <a:custGeom>
            <a:avLst/>
            <a:gdLst/>
            <a:ahLst/>
            <a:cxnLst/>
            <a:rect r="r" b="b" t="t" l="l"/>
            <a:pathLst>
              <a:path h="1621287" w="2726935">
                <a:moveTo>
                  <a:pt x="0" y="0"/>
                </a:moveTo>
                <a:lnTo>
                  <a:pt x="2726935" y="0"/>
                </a:lnTo>
                <a:lnTo>
                  <a:pt x="2726935" y="1621286"/>
                </a:lnTo>
                <a:lnTo>
                  <a:pt x="0" y="162128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537760" y="1554650"/>
            <a:ext cx="2599390" cy="1545456"/>
          </a:xfrm>
          <a:custGeom>
            <a:avLst/>
            <a:gdLst/>
            <a:ahLst/>
            <a:cxnLst/>
            <a:rect r="r" b="b" t="t" l="l"/>
            <a:pathLst>
              <a:path h="1545456" w="2599390">
                <a:moveTo>
                  <a:pt x="0" y="0"/>
                </a:moveTo>
                <a:lnTo>
                  <a:pt x="2599390" y="0"/>
                </a:lnTo>
                <a:lnTo>
                  <a:pt x="2599390" y="1545456"/>
                </a:lnTo>
                <a:lnTo>
                  <a:pt x="0" y="15454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0" y="8338105"/>
            <a:ext cx="3026231" cy="2017487"/>
          </a:xfrm>
          <a:custGeom>
            <a:avLst/>
            <a:gdLst/>
            <a:ahLst/>
            <a:cxnLst/>
            <a:rect r="r" b="b" t="t" l="l"/>
            <a:pathLst>
              <a:path h="2017487" w="3026231">
                <a:moveTo>
                  <a:pt x="0" y="0"/>
                </a:moveTo>
                <a:lnTo>
                  <a:pt x="3026231" y="0"/>
                </a:lnTo>
                <a:lnTo>
                  <a:pt x="3026231" y="2017487"/>
                </a:lnTo>
                <a:lnTo>
                  <a:pt x="0" y="201748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827713" y="2154524"/>
            <a:ext cx="7379833" cy="916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15"/>
              </a:lnSpc>
            </a:pPr>
            <a:r>
              <a:rPr lang="en-US" sz="6399" b="true">
                <a:solidFill>
                  <a:srgbClr val="C4A9FA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LIBRERIAS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2917217" y="2875915"/>
            <a:ext cx="12837448" cy="5313710"/>
            <a:chOff x="0" y="0"/>
            <a:chExt cx="3381056" cy="139949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381056" cy="1399496"/>
            </a:xfrm>
            <a:custGeom>
              <a:avLst/>
              <a:gdLst/>
              <a:ahLst/>
              <a:cxnLst/>
              <a:rect r="r" b="b" t="t" l="l"/>
              <a:pathLst>
                <a:path h="1399496" w="3381056">
                  <a:moveTo>
                    <a:pt x="19298" y="0"/>
                  </a:moveTo>
                  <a:lnTo>
                    <a:pt x="3361758" y="0"/>
                  </a:lnTo>
                  <a:cubicBezTo>
                    <a:pt x="3366876" y="0"/>
                    <a:pt x="3371785" y="2033"/>
                    <a:pt x="3375404" y="5652"/>
                  </a:cubicBezTo>
                  <a:cubicBezTo>
                    <a:pt x="3379023" y="9271"/>
                    <a:pt x="3381056" y="14180"/>
                    <a:pt x="3381056" y="19298"/>
                  </a:cubicBezTo>
                  <a:lnTo>
                    <a:pt x="3381056" y="1380197"/>
                  </a:lnTo>
                  <a:cubicBezTo>
                    <a:pt x="3381056" y="1390856"/>
                    <a:pt x="3372416" y="1399496"/>
                    <a:pt x="3361758" y="1399496"/>
                  </a:cubicBezTo>
                  <a:lnTo>
                    <a:pt x="19298" y="1399496"/>
                  </a:lnTo>
                  <a:cubicBezTo>
                    <a:pt x="14180" y="1399496"/>
                    <a:pt x="9271" y="1397462"/>
                    <a:pt x="5652" y="1393843"/>
                  </a:cubicBezTo>
                  <a:cubicBezTo>
                    <a:pt x="2033" y="1390224"/>
                    <a:pt x="0" y="1385316"/>
                    <a:pt x="0" y="1380197"/>
                  </a:cubicBezTo>
                  <a:lnTo>
                    <a:pt x="0" y="19298"/>
                  </a:lnTo>
                  <a:cubicBezTo>
                    <a:pt x="0" y="14180"/>
                    <a:pt x="2033" y="9271"/>
                    <a:pt x="5652" y="5652"/>
                  </a:cubicBezTo>
                  <a:cubicBezTo>
                    <a:pt x="9271" y="2033"/>
                    <a:pt x="14180" y="0"/>
                    <a:pt x="19298" y="0"/>
                  </a:cubicBezTo>
                  <a:close/>
                </a:path>
              </a:pathLst>
            </a:custGeom>
            <a:solidFill>
              <a:srgbClr val="0A0D2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3381056" cy="14375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4303336" y="3201651"/>
            <a:ext cx="10065210" cy="4662240"/>
          </a:xfrm>
          <a:custGeom>
            <a:avLst/>
            <a:gdLst/>
            <a:ahLst/>
            <a:cxnLst/>
            <a:rect r="r" b="b" t="t" l="l"/>
            <a:pathLst>
              <a:path h="4662240" w="10065210">
                <a:moveTo>
                  <a:pt x="0" y="0"/>
                </a:moveTo>
                <a:lnTo>
                  <a:pt x="10065210" y="0"/>
                </a:lnTo>
                <a:lnTo>
                  <a:pt x="10065210" y="4662240"/>
                </a:lnTo>
                <a:lnTo>
                  <a:pt x="0" y="466224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375910" y="924926"/>
            <a:ext cx="13883390" cy="916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15"/>
              </a:lnSpc>
            </a:pPr>
            <a:r>
              <a:rPr lang="en-US" sz="6399" b="true">
                <a:solidFill>
                  <a:srgbClr val="FFB02C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HERRRAMIENTAS IMPLEMENTADAS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441597" y="218057"/>
            <a:ext cx="2475620" cy="2475620"/>
          </a:xfrm>
          <a:custGeom>
            <a:avLst/>
            <a:gdLst/>
            <a:ahLst/>
            <a:cxnLst/>
            <a:rect r="r" b="b" t="t" l="l"/>
            <a:pathLst>
              <a:path h="2475620" w="2475620">
                <a:moveTo>
                  <a:pt x="0" y="0"/>
                </a:moveTo>
                <a:lnTo>
                  <a:pt x="2475620" y="0"/>
                </a:lnTo>
                <a:lnTo>
                  <a:pt x="2475620" y="2475620"/>
                </a:lnTo>
                <a:lnTo>
                  <a:pt x="0" y="247562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cover dir="l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5C69F5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61935" y="695244"/>
            <a:ext cx="16764130" cy="8896513"/>
          </a:xfrm>
          <a:custGeom>
            <a:avLst/>
            <a:gdLst/>
            <a:ahLst/>
            <a:cxnLst/>
            <a:rect r="r" b="b" t="t" l="l"/>
            <a:pathLst>
              <a:path h="8896513" w="16764130">
                <a:moveTo>
                  <a:pt x="0" y="0"/>
                </a:moveTo>
                <a:lnTo>
                  <a:pt x="16764130" y="0"/>
                </a:lnTo>
                <a:lnTo>
                  <a:pt x="16764130" y="8896512"/>
                </a:lnTo>
                <a:lnTo>
                  <a:pt x="0" y="88965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7000"/>
            </a:blip>
            <a:stretch>
              <a:fillRect l="0" t="-12419" r="0" b="-1241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97127" y="1870972"/>
            <a:ext cx="14716479" cy="7409615"/>
            <a:chOff x="0" y="0"/>
            <a:chExt cx="3875945" cy="195150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875945" cy="1951504"/>
            </a:xfrm>
            <a:custGeom>
              <a:avLst/>
              <a:gdLst/>
              <a:ahLst/>
              <a:cxnLst/>
              <a:rect r="r" b="b" t="t" l="l"/>
              <a:pathLst>
                <a:path h="1951504" w="3875945">
                  <a:moveTo>
                    <a:pt x="16834" y="0"/>
                  </a:moveTo>
                  <a:lnTo>
                    <a:pt x="3859111" y="0"/>
                  </a:lnTo>
                  <a:cubicBezTo>
                    <a:pt x="3868408" y="0"/>
                    <a:pt x="3875945" y="7537"/>
                    <a:pt x="3875945" y="16834"/>
                  </a:cubicBezTo>
                  <a:lnTo>
                    <a:pt x="3875945" y="1934669"/>
                  </a:lnTo>
                  <a:cubicBezTo>
                    <a:pt x="3875945" y="1943967"/>
                    <a:pt x="3868408" y="1951504"/>
                    <a:pt x="3859111" y="1951504"/>
                  </a:cubicBezTo>
                  <a:lnTo>
                    <a:pt x="16834" y="1951504"/>
                  </a:lnTo>
                  <a:cubicBezTo>
                    <a:pt x="7537" y="1951504"/>
                    <a:pt x="0" y="1943967"/>
                    <a:pt x="0" y="1934669"/>
                  </a:cubicBezTo>
                  <a:lnTo>
                    <a:pt x="0" y="16834"/>
                  </a:lnTo>
                  <a:cubicBezTo>
                    <a:pt x="0" y="7537"/>
                    <a:pt x="7537" y="0"/>
                    <a:pt x="16834" y="0"/>
                  </a:cubicBezTo>
                  <a:close/>
                </a:path>
              </a:pathLst>
            </a:custGeom>
            <a:solidFill>
              <a:srgbClr val="E4E5E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875945" cy="19896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653028" y="535426"/>
            <a:ext cx="2726935" cy="1621287"/>
          </a:xfrm>
          <a:custGeom>
            <a:avLst/>
            <a:gdLst/>
            <a:ahLst/>
            <a:cxnLst/>
            <a:rect r="r" b="b" t="t" l="l"/>
            <a:pathLst>
              <a:path h="1621287" w="2726935">
                <a:moveTo>
                  <a:pt x="0" y="0"/>
                </a:moveTo>
                <a:lnTo>
                  <a:pt x="2726935" y="0"/>
                </a:lnTo>
                <a:lnTo>
                  <a:pt x="2726935" y="1621287"/>
                </a:lnTo>
                <a:lnTo>
                  <a:pt x="0" y="162128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71156" y="1610537"/>
            <a:ext cx="2599390" cy="1545456"/>
          </a:xfrm>
          <a:custGeom>
            <a:avLst/>
            <a:gdLst/>
            <a:ahLst/>
            <a:cxnLst/>
            <a:rect r="r" b="b" t="t" l="l"/>
            <a:pathLst>
              <a:path h="1545456" w="2599390">
                <a:moveTo>
                  <a:pt x="0" y="0"/>
                </a:moveTo>
                <a:lnTo>
                  <a:pt x="2599391" y="0"/>
                </a:lnTo>
                <a:lnTo>
                  <a:pt x="2599391" y="1545455"/>
                </a:lnTo>
                <a:lnTo>
                  <a:pt x="0" y="154545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97127" y="628128"/>
            <a:ext cx="1573420" cy="1964818"/>
          </a:xfrm>
          <a:custGeom>
            <a:avLst/>
            <a:gdLst/>
            <a:ahLst/>
            <a:cxnLst/>
            <a:rect r="r" b="b" t="t" l="l"/>
            <a:pathLst>
              <a:path h="1964818" w="1573420">
                <a:moveTo>
                  <a:pt x="0" y="0"/>
                </a:moveTo>
                <a:lnTo>
                  <a:pt x="1573420" y="0"/>
                </a:lnTo>
                <a:lnTo>
                  <a:pt x="1573420" y="1964818"/>
                </a:lnTo>
                <a:lnTo>
                  <a:pt x="0" y="196481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819134" y="8235215"/>
            <a:ext cx="2294643" cy="1530893"/>
          </a:xfrm>
          <a:custGeom>
            <a:avLst/>
            <a:gdLst/>
            <a:ahLst/>
            <a:cxnLst/>
            <a:rect r="r" b="b" t="t" l="l"/>
            <a:pathLst>
              <a:path h="1530893" w="2294643">
                <a:moveTo>
                  <a:pt x="0" y="0"/>
                </a:moveTo>
                <a:lnTo>
                  <a:pt x="2294643" y="0"/>
                </a:lnTo>
                <a:lnTo>
                  <a:pt x="2294643" y="1530893"/>
                </a:lnTo>
                <a:lnTo>
                  <a:pt x="0" y="153089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60000"/>
            </a:blip>
            <a:stretch>
              <a:fillRect l="0" t="0" r="0" b="0"/>
            </a:stretch>
          </a:blipFill>
          <a:ln w="9525" cap="sq">
            <a:solidFill>
              <a:srgbClr val="000000">
                <a:alpha val="60000"/>
              </a:srgbClr>
            </a:solidFill>
            <a:prstDash val="solid"/>
            <a:miter/>
          </a:ln>
        </p:spPr>
      </p:sp>
      <p:sp>
        <p:nvSpPr>
          <p:cNvPr name="AutoShape 10" id="10"/>
          <p:cNvSpPr/>
          <p:nvPr/>
        </p:nvSpPr>
        <p:spPr>
          <a:xfrm flipH="true" flipV="true">
            <a:off x="11966342" y="7485456"/>
            <a:ext cx="2852792" cy="1515206"/>
          </a:xfrm>
          <a:prstGeom prst="line">
            <a:avLst/>
          </a:prstGeom>
          <a:ln cap="flat" w="38100">
            <a:solidFill>
              <a:srgbClr val="000000">
                <a:alpha val="49804"/>
              </a:srgbClr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11" id="11"/>
          <p:cNvSpPr txBox="true"/>
          <p:nvPr/>
        </p:nvSpPr>
        <p:spPr>
          <a:xfrm rot="0">
            <a:off x="6625502" y="972987"/>
            <a:ext cx="7035597" cy="790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2"/>
              </a:lnSpc>
            </a:pPr>
            <a:r>
              <a:rPr lang="en-US" sz="5513" b="true">
                <a:solidFill>
                  <a:srgbClr val="FFB02C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COSAS A MEJORAR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179802" y="3639369"/>
            <a:ext cx="10857198" cy="887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-Seguridad y Privacidad de datos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180453" y="4819266"/>
            <a:ext cx="13558242" cy="8871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-Interfaz Gráfica mas amigable al usuario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035394" y="5963461"/>
            <a:ext cx="12783741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-Protocolo de intercambio de paquetes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26203" y="6904991"/>
            <a:ext cx="13692932" cy="580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Paralelamente usando el codificado A.R.A.T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035394" y="7514031"/>
            <a:ext cx="5789861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-Compilar un .EXE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330226" y="2497696"/>
            <a:ext cx="10906423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-Usuarios (B.D)/ Sistema reportes</a:t>
            </a:r>
          </a:p>
        </p:txBody>
      </p:sp>
    </p:spTree>
  </p:cSld>
  <p:clrMapOvr>
    <a:masterClrMapping/>
  </p:clrMapOvr>
  <p:transition spd="slow">
    <p:cover dir="ld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5C69F5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103384" y="-1675084"/>
            <a:ext cx="6000534" cy="3567590"/>
          </a:xfrm>
          <a:custGeom>
            <a:avLst/>
            <a:gdLst/>
            <a:ahLst/>
            <a:cxnLst/>
            <a:rect r="r" b="b" t="t" l="l"/>
            <a:pathLst>
              <a:path h="3567590" w="6000534">
                <a:moveTo>
                  <a:pt x="0" y="0"/>
                </a:moveTo>
                <a:lnTo>
                  <a:pt x="6000534" y="0"/>
                </a:lnTo>
                <a:lnTo>
                  <a:pt x="6000534" y="3567591"/>
                </a:lnTo>
                <a:lnTo>
                  <a:pt x="0" y="35675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12542441" y="8591206"/>
            <a:ext cx="6000534" cy="3567590"/>
          </a:xfrm>
          <a:custGeom>
            <a:avLst/>
            <a:gdLst/>
            <a:ahLst/>
            <a:cxnLst/>
            <a:rect r="r" b="b" t="t" l="l"/>
            <a:pathLst>
              <a:path h="3567590" w="6000534">
                <a:moveTo>
                  <a:pt x="0" y="0"/>
                </a:moveTo>
                <a:lnTo>
                  <a:pt x="6000534" y="0"/>
                </a:lnTo>
                <a:lnTo>
                  <a:pt x="6000534" y="3567590"/>
                </a:lnTo>
                <a:lnTo>
                  <a:pt x="0" y="35675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741048" y="537816"/>
            <a:ext cx="6000534" cy="3567590"/>
          </a:xfrm>
          <a:custGeom>
            <a:avLst/>
            <a:gdLst/>
            <a:ahLst/>
            <a:cxnLst/>
            <a:rect r="r" b="b" t="t" l="l"/>
            <a:pathLst>
              <a:path h="3567590" w="6000534">
                <a:moveTo>
                  <a:pt x="0" y="0"/>
                </a:moveTo>
                <a:lnTo>
                  <a:pt x="6000534" y="0"/>
                </a:lnTo>
                <a:lnTo>
                  <a:pt x="6000534" y="3567590"/>
                </a:lnTo>
                <a:lnTo>
                  <a:pt x="0" y="35675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14180105" y="6181594"/>
            <a:ext cx="6000534" cy="3567590"/>
          </a:xfrm>
          <a:custGeom>
            <a:avLst/>
            <a:gdLst/>
            <a:ahLst/>
            <a:cxnLst/>
            <a:rect r="r" b="b" t="t" l="l"/>
            <a:pathLst>
              <a:path h="3567590" w="6000534">
                <a:moveTo>
                  <a:pt x="0" y="0"/>
                </a:moveTo>
                <a:lnTo>
                  <a:pt x="6000534" y="0"/>
                </a:lnTo>
                <a:lnTo>
                  <a:pt x="6000534" y="3567590"/>
                </a:lnTo>
                <a:lnTo>
                  <a:pt x="0" y="35675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2904533" y="-494599"/>
            <a:ext cx="5081972" cy="3021463"/>
          </a:xfrm>
          <a:custGeom>
            <a:avLst/>
            <a:gdLst/>
            <a:ahLst/>
            <a:cxnLst/>
            <a:rect r="r" b="b" t="t" l="l"/>
            <a:pathLst>
              <a:path h="3021463" w="5081972">
                <a:moveTo>
                  <a:pt x="0" y="0"/>
                </a:moveTo>
                <a:lnTo>
                  <a:pt x="5081972" y="0"/>
                </a:lnTo>
                <a:lnTo>
                  <a:pt x="5081972" y="3021464"/>
                </a:lnTo>
                <a:lnTo>
                  <a:pt x="0" y="30214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3275713" y="4625635"/>
            <a:ext cx="5081972" cy="3021463"/>
          </a:xfrm>
          <a:custGeom>
            <a:avLst/>
            <a:gdLst/>
            <a:ahLst/>
            <a:cxnLst/>
            <a:rect r="r" b="b" t="t" l="l"/>
            <a:pathLst>
              <a:path h="3021463" w="5081972">
                <a:moveTo>
                  <a:pt x="0" y="0"/>
                </a:moveTo>
                <a:lnTo>
                  <a:pt x="5081972" y="0"/>
                </a:lnTo>
                <a:lnTo>
                  <a:pt x="5081972" y="3021463"/>
                </a:lnTo>
                <a:lnTo>
                  <a:pt x="0" y="30214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10800000">
            <a:off x="14960748" y="7760135"/>
            <a:ext cx="5081972" cy="3021463"/>
          </a:xfrm>
          <a:custGeom>
            <a:avLst/>
            <a:gdLst/>
            <a:ahLst/>
            <a:cxnLst/>
            <a:rect r="r" b="b" t="t" l="l"/>
            <a:pathLst>
              <a:path h="3021463" w="5081972">
                <a:moveTo>
                  <a:pt x="0" y="0"/>
                </a:moveTo>
                <a:lnTo>
                  <a:pt x="5081972" y="0"/>
                </a:lnTo>
                <a:lnTo>
                  <a:pt x="5081972" y="3021464"/>
                </a:lnTo>
                <a:lnTo>
                  <a:pt x="0" y="30214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0800000">
            <a:off x="16481741" y="2654155"/>
            <a:ext cx="5081972" cy="3021463"/>
          </a:xfrm>
          <a:custGeom>
            <a:avLst/>
            <a:gdLst/>
            <a:ahLst/>
            <a:cxnLst/>
            <a:rect r="r" b="b" t="t" l="l"/>
            <a:pathLst>
              <a:path h="3021463" w="5081972">
                <a:moveTo>
                  <a:pt x="0" y="0"/>
                </a:moveTo>
                <a:lnTo>
                  <a:pt x="5081972" y="0"/>
                </a:lnTo>
                <a:lnTo>
                  <a:pt x="5081972" y="3021464"/>
                </a:lnTo>
                <a:lnTo>
                  <a:pt x="0" y="30214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5531401" y="7032332"/>
            <a:ext cx="7225199" cy="700433"/>
            <a:chOff x="0" y="0"/>
            <a:chExt cx="1356880" cy="1315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56880" cy="131540"/>
            </a:xfrm>
            <a:custGeom>
              <a:avLst/>
              <a:gdLst/>
              <a:ahLst/>
              <a:cxnLst/>
              <a:rect r="r" b="b" t="t" l="l"/>
              <a:pathLst>
                <a:path h="131540" w="1356880">
                  <a:moveTo>
                    <a:pt x="65770" y="0"/>
                  </a:moveTo>
                  <a:lnTo>
                    <a:pt x="1291110" y="0"/>
                  </a:lnTo>
                  <a:cubicBezTo>
                    <a:pt x="1327434" y="0"/>
                    <a:pt x="1356880" y="29446"/>
                    <a:pt x="1356880" y="65770"/>
                  </a:cubicBezTo>
                  <a:lnTo>
                    <a:pt x="1356880" y="65770"/>
                  </a:lnTo>
                  <a:cubicBezTo>
                    <a:pt x="1356880" y="83213"/>
                    <a:pt x="1349951" y="99942"/>
                    <a:pt x="1337617" y="112276"/>
                  </a:cubicBezTo>
                  <a:cubicBezTo>
                    <a:pt x="1325283" y="124611"/>
                    <a:pt x="1308554" y="131540"/>
                    <a:pt x="1291110" y="131540"/>
                  </a:cubicBezTo>
                  <a:lnTo>
                    <a:pt x="65770" y="131540"/>
                  </a:lnTo>
                  <a:cubicBezTo>
                    <a:pt x="29446" y="131540"/>
                    <a:pt x="0" y="102094"/>
                    <a:pt x="0" y="65770"/>
                  </a:cubicBezTo>
                  <a:lnTo>
                    <a:pt x="0" y="65770"/>
                  </a:lnTo>
                  <a:cubicBezTo>
                    <a:pt x="0" y="29446"/>
                    <a:pt x="29446" y="0"/>
                    <a:pt x="65770" y="0"/>
                  </a:cubicBezTo>
                  <a:close/>
                </a:path>
              </a:pathLst>
            </a:custGeom>
            <a:solidFill>
              <a:srgbClr val="5666F8"/>
            </a:solidFill>
            <a:ln cap="rnd">
              <a:noFill/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1356880" cy="141065"/>
            </a:xfrm>
            <a:prstGeom prst="rect">
              <a:avLst/>
            </a:prstGeom>
          </p:spPr>
          <p:txBody>
            <a:bodyPr anchor="ctr" rtlCol="false" tIns="31918" lIns="31918" bIns="31918" rIns="31918"/>
            <a:lstStyle/>
            <a:p>
              <a:pPr algn="ctr">
                <a:lnSpc>
                  <a:spcPts val="1381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-337220" y="6612446"/>
            <a:ext cx="4169153" cy="4169153"/>
          </a:xfrm>
          <a:custGeom>
            <a:avLst/>
            <a:gdLst/>
            <a:ahLst/>
            <a:cxnLst/>
            <a:rect r="r" b="b" t="t" l="l"/>
            <a:pathLst>
              <a:path h="4169153" w="4169153">
                <a:moveTo>
                  <a:pt x="0" y="0"/>
                </a:moveTo>
                <a:lnTo>
                  <a:pt x="4169153" y="0"/>
                </a:lnTo>
                <a:lnTo>
                  <a:pt x="4169153" y="4169153"/>
                </a:lnTo>
                <a:lnTo>
                  <a:pt x="0" y="416915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true" flipV="false" rot="0">
            <a:off x="14452049" y="6506629"/>
            <a:ext cx="4169153" cy="4169153"/>
          </a:xfrm>
          <a:custGeom>
            <a:avLst/>
            <a:gdLst/>
            <a:ahLst/>
            <a:cxnLst/>
            <a:rect r="r" b="b" t="t" l="l"/>
            <a:pathLst>
              <a:path h="4169153" w="4169153">
                <a:moveTo>
                  <a:pt x="4169153" y="0"/>
                </a:moveTo>
                <a:lnTo>
                  <a:pt x="0" y="0"/>
                </a:lnTo>
                <a:lnTo>
                  <a:pt x="0" y="4169153"/>
                </a:lnTo>
                <a:lnTo>
                  <a:pt x="4169153" y="4169153"/>
                </a:lnTo>
                <a:lnTo>
                  <a:pt x="4169153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4164859" y="3044576"/>
            <a:ext cx="9253234" cy="29404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34"/>
              </a:lnSpc>
            </a:pPr>
            <a:r>
              <a:rPr lang="en-US" sz="11206" b="true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Gracias por Ver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-28575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9151" r="0" b="-9151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4273544" y="8447723"/>
            <a:ext cx="9035863" cy="1301462"/>
          </a:xfrm>
          <a:custGeom>
            <a:avLst/>
            <a:gdLst/>
            <a:ahLst/>
            <a:cxnLst/>
            <a:rect r="r" b="b" t="t" l="l"/>
            <a:pathLst>
              <a:path h="1301462" w="9035863">
                <a:moveTo>
                  <a:pt x="0" y="0"/>
                </a:moveTo>
                <a:lnTo>
                  <a:pt x="9035863" y="0"/>
                </a:lnTo>
                <a:lnTo>
                  <a:pt x="9035863" y="1301461"/>
                </a:lnTo>
                <a:lnTo>
                  <a:pt x="0" y="130146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6521477" y="7241377"/>
            <a:ext cx="5245047" cy="405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0"/>
              </a:lnSpc>
            </a:pPr>
            <a:r>
              <a:rPr lang="en-US" b="true" sz="2787" spc="78">
                <a:solidFill>
                  <a:srgbClr val="E4E5EC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GRUPO 1</a:t>
            </a:r>
          </a:p>
        </p:txBody>
      </p:sp>
    </p:spTree>
  </p:cSld>
  <p:clrMapOvr>
    <a:masterClrMapping/>
  </p:clrMapOvr>
  <p:transition spd="slow">
    <p:cover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DAGz6oJW1Q8</dc:identifier>
  <dcterms:modified xsi:type="dcterms:W3CDTF">2011-08-01T06:04:30Z</dcterms:modified>
  <cp:revision>1</cp:revision>
  <dc:title>Proyecto Multi-Desk</dc:title>
</cp:coreProperties>
</file>